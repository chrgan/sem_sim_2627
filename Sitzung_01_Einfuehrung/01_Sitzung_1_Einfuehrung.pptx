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3118" autoAdjust="0"/>
  </p:normalViewPr>
  <p:slideViewPr>
    <p:cSldViewPr snapToGrid="0" showGuides="1">
      <p:cViewPr varScale="1">
        <p:scale>
          <a:sx n="86" d="100"/>
          <a:sy n="86" d="100"/>
        </p:scale>
        <p:origin x="1663" y="7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A99C0-83D0-42EA-8901-DD760CDB7AC9}" type="datetimeFigureOut">
              <a:rPr lang="de-DE" smtClean="0"/>
              <a:t>16.10.2019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8FC11-AAE5-4E80-B0E5-300B5BE3D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13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Diskutieren: </a:t>
            </a:r>
          </a:p>
          <a:p>
            <a:r>
              <a:rPr lang="de-DE" dirty="0" smtClean="0"/>
              <a:t>- Was müsste man tun,</a:t>
            </a:r>
            <a:r>
              <a:rPr lang="de-DE" baseline="0" dirty="0" smtClean="0"/>
              <a:t> um zu einem stabilen Ergebnis zu kommen</a:t>
            </a:r>
            <a:r>
              <a:rPr lang="de-DE" baseline="0" dirty="0" smtClean="0"/>
              <a:t>?</a:t>
            </a:r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8FC11-AAE5-4E80-B0E5-300B5BE3DF8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2956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8FC11-AAE5-4E80-B0E5-300B5BE3DF8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651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8FC11-AAE5-4E80-B0E5-300B5BE3DF8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25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668" y="2633132"/>
            <a:ext cx="7212867" cy="1438995"/>
          </a:xfrm>
        </p:spPr>
        <p:txBody>
          <a:bodyPr anchor="b" anchorCtr="0">
            <a:normAutofit/>
          </a:bodyPr>
          <a:lstStyle>
            <a:lvl1pPr algn="l">
              <a:defRPr sz="3600" b="1" baseline="0">
                <a:latin typeface="LMU CompatilFact" panose="0200050006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1668" y="4158367"/>
            <a:ext cx="6858000" cy="1124830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LMU CompatilFact" panose="020005000600000200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41668" y="1931132"/>
            <a:ext cx="3086100" cy="365125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  <a:latin typeface="LMU CompatilFact" panose="02000500060000020003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070C-0146-492B-9AEC-57A40E3003DB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000" y="360000"/>
            <a:ext cx="1080000" cy="1083112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4000" y="360000"/>
            <a:ext cx="1080000" cy="1080000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1541668" y="5504909"/>
            <a:ext cx="6858000" cy="76889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50000"/>
                  </a:schemeClr>
                </a:solidFill>
                <a:latin typeface="LMU CompatilFact" panose="02000500060000020003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dirty="0" smtClean="0">
                <a:solidFill>
                  <a:schemeClr val="tx1"/>
                </a:solidFill>
              </a:rPr>
              <a:t>16.10.2019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13457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4000" y="180000"/>
            <a:ext cx="7553733" cy="540000"/>
          </a:xfrm>
          <a:solidFill>
            <a:schemeClr val="bg1">
              <a:lumMod val="50000"/>
            </a:schemeClr>
          </a:solidFill>
        </p:spPr>
        <p:txBody>
          <a:bodyPr lIns="36000" tIns="0" bIns="0" anchor="b" anchorCtr="0">
            <a:normAutofit/>
          </a:bodyPr>
          <a:lstStyle>
            <a:lvl1pPr>
              <a:defRPr sz="2200" b="1">
                <a:solidFill>
                  <a:schemeClr val="bg1"/>
                </a:solidFill>
                <a:latin typeface="LMU CompatilFact" panose="02000500060000020003" pitchFamily="2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899999"/>
            <a:ext cx="8424000" cy="5456351"/>
          </a:xfrm>
        </p:spPr>
        <p:txBody>
          <a:bodyPr anchor="ctr" anchorCtr="0"/>
          <a:lstStyle>
            <a:lvl1pPr marL="360000" indent="-3600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>
                <a:latin typeface="LMU CompatilFact" panose="02000500060000020003" pitchFamily="2" charset="0"/>
              </a:defRPr>
            </a:lvl1pPr>
            <a:lvl2pPr marL="685800" indent="-3302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  <a:defRPr sz="1800">
                <a:latin typeface="LMU CompatilFact" panose="02000500060000020003" pitchFamily="2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>
                <a:latin typeface="LMU CompatilFact" panose="02000500060000020003" pitchFamily="2" charset="0"/>
              </a:defRPr>
            </a:lvl3pPr>
            <a:lvl4pPr>
              <a:defRPr>
                <a:latin typeface="LMU CompatilFact" panose="02000500060000020003" pitchFamily="2" charset="0"/>
              </a:defRPr>
            </a:lvl4pPr>
            <a:lvl5pPr>
              <a:defRPr>
                <a:latin typeface="LMU CompatilFact" panose="02000500060000020003" pitchFamily="2" charset="0"/>
              </a:defRPr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64000" y="6356351"/>
            <a:ext cx="720000" cy="365125"/>
          </a:xfrm>
        </p:spPr>
        <p:txBody>
          <a:bodyPr/>
          <a:lstStyle>
            <a:lvl1pPr>
              <a:defRPr sz="1400">
                <a:solidFill>
                  <a:srgbClr val="808080"/>
                </a:solidFill>
                <a:latin typeface="LMU CompatilFact" panose="02000500060000020003" pitchFamily="2" charset="0"/>
              </a:defRPr>
            </a:lvl1pPr>
          </a:lstStyle>
          <a:p>
            <a:fld id="{6BA4070C-0146-492B-9AEC-57A40E3003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2000" y="180000"/>
            <a:ext cx="540000" cy="540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0000" y="180000"/>
            <a:ext cx="53844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29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CDF12-092F-41CE-BB33-04C4C0422DF2}" type="datetime1">
              <a:rPr lang="de-DE" smtClean="0"/>
              <a:t>16.10.2019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4070C-0146-492B-9AEC-57A40E300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70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Simulation in den Sozialwissenschaften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41668" y="4226103"/>
            <a:ext cx="6858000" cy="952648"/>
          </a:xfrm>
        </p:spPr>
        <p:txBody>
          <a:bodyPr>
            <a:normAutofit/>
          </a:bodyPr>
          <a:lstStyle/>
          <a:p>
            <a:r>
              <a:rPr lang="de-DE" dirty="0" smtClean="0"/>
              <a:t>Sitzung 1: Überblick und Organisatorisches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Christian Ganser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326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Ein Beispiel zum Einstieg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Starten Sie </a:t>
            </a:r>
            <a:r>
              <a:rPr lang="de-DE" dirty="0" err="1" smtClean="0"/>
              <a:t>NetLogo</a:t>
            </a:r>
            <a:r>
              <a:rPr lang="de-DE" dirty="0" smtClean="0"/>
              <a:t>.</a:t>
            </a:r>
          </a:p>
          <a:p>
            <a:r>
              <a:rPr lang="de-DE" dirty="0" smtClean="0"/>
              <a:t>Öffnen Sie das </a:t>
            </a:r>
            <a:r>
              <a:rPr lang="de-DE" i="1" dirty="0" smtClean="0"/>
              <a:t>Sample Model „Party“ </a:t>
            </a:r>
            <a:r>
              <a:rPr lang="de-DE" dirty="0" smtClean="0"/>
              <a:t>aus der </a:t>
            </a:r>
            <a:r>
              <a:rPr lang="de-DE" i="1" dirty="0" smtClean="0"/>
              <a:t>Models Library</a:t>
            </a:r>
            <a:r>
              <a:rPr lang="de-DE" dirty="0" smtClean="0"/>
              <a:t> und lesen Sie die Beschreibung.</a:t>
            </a:r>
            <a:endParaRPr lang="de-DE" i="1" dirty="0" smtClean="0"/>
          </a:p>
          <a:p>
            <a:r>
              <a:rPr lang="de-DE" dirty="0" smtClean="0"/>
              <a:t>Simulieren Sie eine Party mit 30 Gästen, die sich in 5 Gruppen aufteilen.</a:t>
            </a:r>
          </a:p>
          <a:p>
            <a:r>
              <a:rPr lang="de-DE" dirty="0" smtClean="0"/>
              <a:t>Nach wie vielen Runden stellt sich ein stabiler Zustand ein, wenn die </a:t>
            </a:r>
            <a:r>
              <a:rPr lang="de-DE" i="1" dirty="0" err="1" smtClean="0"/>
              <a:t>tolerance</a:t>
            </a:r>
            <a:r>
              <a:rPr lang="de-DE" dirty="0" smtClean="0"/>
              <a:t> 20 oder 40% beträgt?</a:t>
            </a:r>
          </a:p>
          <a:p>
            <a:r>
              <a:rPr lang="de-DE" dirty="0" smtClean="0"/>
              <a:t>Sind Sie sicher, dass Ihre Antwort auf die vorherige Frage stimmt? Versuchen Sie es nochmal.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070C-0146-492B-9AEC-57A40E3003DB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931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Ein Beispiel zum Einstieg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Welche Merkmale vieler Simulationen erkennen wir im Beispiel?</a:t>
            </a:r>
          </a:p>
          <a:p>
            <a:pPr marL="783000" lvl="1" indent="-457200">
              <a:buFont typeface="+mj-lt"/>
              <a:buAutoNum type="arabicPeriod"/>
            </a:pPr>
            <a:r>
              <a:rPr lang="de-DE" dirty="0" smtClean="0"/>
              <a:t>Agenten </a:t>
            </a:r>
            <a:r>
              <a:rPr lang="de-DE" dirty="0"/>
              <a:t>mit </a:t>
            </a:r>
            <a:endParaRPr lang="de-DE" dirty="0" smtClean="0"/>
          </a:p>
          <a:p>
            <a:pPr marL="783000" lvl="1" indent="-457200">
              <a:buFont typeface="+mj-lt"/>
              <a:buAutoNum type="arabicPeriod"/>
            </a:pPr>
            <a:r>
              <a:rPr lang="de-DE" dirty="0" smtClean="0"/>
              <a:t>veränderlichen</a:t>
            </a:r>
          </a:p>
          <a:p>
            <a:pPr marL="783000" lvl="1" indent="-457200">
              <a:buFont typeface="+mj-lt"/>
              <a:buAutoNum type="arabicPeriod"/>
            </a:pPr>
            <a:r>
              <a:rPr lang="de-DE" dirty="0" smtClean="0"/>
              <a:t>Eigenschaften agieren</a:t>
            </a:r>
          </a:p>
          <a:p>
            <a:pPr marL="783000" lvl="1" indent="-457200">
              <a:buFont typeface="+mj-lt"/>
              <a:buAutoNum type="arabicPeriod"/>
            </a:pPr>
            <a:r>
              <a:rPr lang="de-DE" dirty="0" smtClean="0"/>
              <a:t>interdependent </a:t>
            </a:r>
            <a:r>
              <a:rPr lang="de-DE" dirty="0"/>
              <a:t>in einer </a:t>
            </a:r>
            <a:endParaRPr lang="de-DE" dirty="0" smtClean="0"/>
          </a:p>
          <a:p>
            <a:pPr marL="783000" lvl="1" indent="-457200">
              <a:buFont typeface="+mj-lt"/>
              <a:buAutoNum type="arabicPeriod"/>
            </a:pPr>
            <a:r>
              <a:rPr lang="de-DE" dirty="0" smtClean="0"/>
              <a:t>definierten Umwelt</a:t>
            </a:r>
          </a:p>
          <a:p>
            <a:r>
              <a:rPr lang="de-DE" dirty="0" smtClean="0"/>
              <a:t>Haben alle Simulationen diese Merkmale? Welche Fragen kann man mit solchen Simulationen beantworten (und welche nicht)? Wie entwickelt man solche Simulationen?</a:t>
            </a:r>
          </a:p>
          <a:p>
            <a:pPr marL="355600" indent="-355600">
              <a:buNone/>
            </a:pPr>
            <a:r>
              <a:rPr lang="de-DE" dirty="0" smtClean="0">
                <a:sym typeface="Wingdings" panose="05000000000000000000" pitchFamily="2" charset="2"/>
              </a:rPr>
              <a:t> 	Diese und weitere Fragen versuchen wir im Seminar zu beantworten.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070C-0146-492B-9AEC-57A40E3003DB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516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Programm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G:\</a:t>
            </a:r>
            <a:r>
              <a:rPr lang="de-DE" dirty="0" smtClean="0"/>
              <a:t>Ganser\Seminar_Simulation_WiSe_19_20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070C-0146-492B-9AEC-57A40E3003DB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386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grau.potx" id="{8A575BF8-36B7-478D-9023-87AC33C61395}" vid="{67119681-C0F5-41D0-A3F9-44131F8415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lmu_grau</Template>
  <TotalTime>0</TotalTime>
  <Words>166</Words>
  <Application>Microsoft Office PowerPoint</Application>
  <PresentationFormat>Bildschirmpräsentation (4:3)</PresentationFormat>
  <Paragraphs>28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LMU CompatilFact</vt:lpstr>
      <vt:lpstr>Wingdings</vt:lpstr>
      <vt:lpstr>Office</vt:lpstr>
      <vt:lpstr>Simulation in den Sozialwissenschaften</vt:lpstr>
      <vt:lpstr>Ein Beispiel zum Einstieg</vt:lpstr>
      <vt:lpstr>Ein Beispiel zum Einstieg</vt:lpstr>
      <vt:lpstr>Programm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Christian Ganser</dc:creator>
  <cp:lastModifiedBy>Christian Ganser</cp:lastModifiedBy>
  <cp:revision>7</cp:revision>
  <dcterms:created xsi:type="dcterms:W3CDTF">2019-10-02T13:38:24Z</dcterms:created>
  <dcterms:modified xsi:type="dcterms:W3CDTF">2019-10-16T06:50:42Z</dcterms:modified>
</cp:coreProperties>
</file>